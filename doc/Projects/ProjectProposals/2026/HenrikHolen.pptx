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1A036-8390-7B78-FD41-2029FD3CE9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E761FE-E59C-23CD-6ACF-E581939F43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9E811-55D7-264E-791F-17B3E46CA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9D77E-DA99-40DB-B2FD-831ECEA02F6B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9EB87-6245-37B9-E1E1-CC58E162D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AF63A-6D8E-FF87-BF75-4747A9FE8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FA90B-8F20-4BB8-9A9F-ECF004D247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2803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1CED1-7270-280A-8523-5622F3360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B59E1-0D8C-925D-1CFB-3528E4C7A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F63BAE-7705-3497-B510-3A99B20A4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9D77E-DA99-40DB-B2FD-831ECEA02F6B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ED845-57FF-E095-935D-9C0D39BAC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3C98A-6DA7-F50B-E86A-4975D0492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FA90B-8F20-4BB8-9A9F-ECF004D247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8367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84FB8-53DD-B3A3-8F17-557750ECE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137C7E-F5A6-A938-CBB4-D30037D5C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F8DA5-DAFD-A889-3E09-6BB2B36CA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9D77E-DA99-40DB-B2FD-831ECEA02F6B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4BC24-ADBF-0D74-AB0B-F53309B80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E43FA-A554-3A53-6C6F-3CE5CFA25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FA90B-8F20-4BB8-9A9F-ECF004D247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2982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D6C31-60E0-AC5B-4DC7-11697D5E6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FBB24-59AC-0EBC-34B0-527A9FC3E4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46C77E-BB11-11C9-9D50-BE2424CEDA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7A93EA-9675-837C-A031-F4A9689CC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9D77E-DA99-40DB-B2FD-831ECEA02F6B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1A132B-DB30-17D4-EE8F-DB7EFF0EE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977BB8-3CA0-05A4-8416-1AFFC7148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FA90B-8F20-4BB8-9A9F-ECF004D247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0714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E3AC0-4D7E-12E0-8991-2FDED5185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AEA4C-1D03-7E3E-B426-96191CD69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71901B-0F09-7226-CE38-A5C427470E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BD8ACF-932C-D429-BDED-7B3E4E5D6C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74CA42-0B6A-86C3-62A1-3A1565AC83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145F14-76C8-01DD-DC35-25034BC7C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9D77E-DA99-40DB-B2FD-831ECEA02F6B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F578BC-B744-9F32-D29A-62413AE05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942FD3-9E97-7D7F-9775-C683EBEA0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FA90B-8F20-4BB8-9A9F-ECF004D247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1231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01378-BF27-5963-90C3-5CE57AEE4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D9647D-7C06-5239-E7F7-6A34B0EA1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9D77E-DA99-40DB-B2FD-831ECEA02F6B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52BFE6-BE5B-4C6A-41C9-DBB4A4D96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E62529-99E7-7CFA-1A4B-767CA1C01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FA90B-8F20-4BB8-9A9F-ECF004D247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23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FFB687-91B1-4E1F-CA36-9BA01AA4F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9D77E-DA99-40DB-B2FD-831ECEA02F6B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D7B847-C188-7ADC-7F97-DFBC407F0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FB13B-90B8-168D-EF2B-FFFB45605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FA90B-8F20-4BB8-9A9F-ECF004D247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5115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86037-8747-D1CE-AF74-77F3A2C31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348AF-3449-0A9F-8F8C-772552AA5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0CB670-3A65-9A5D-7E13-94A4088812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29A5CE-8C21-B01E-1831-3F5E13F32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9D77E-DA99-40DB-B2FD-831ECEA02F6B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F40F52-7D86-3A94-DCB8-3F6AD286E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FF6C8B-8C51-C895-8196-A4550D2FC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FA90B-8F20-4BB8-9A9F-ECF004D247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9095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5A2BD-CD61-3E40-3DA6-17CD7424B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3F6C09-BB7A-5784-C4FC-FCD6A12293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F080D5-CABA-03CB-2F80-B7410F1035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029433-0F76-E871-F99A-13981D7FB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9D77E-DA99-40DB-B2FD-831ECEA02F6B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7DD29-20BE-31EE-2B67-ABCD897B1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7884A-7184-1542-8570-9E08957C5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FA90B-8F20-4BB8-9A9F-ECF004D247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6261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6BF08-8A59-3DED-8FB4-02CC36DF8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C214DC-035D-CF19-3458-A892C7C9B1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41C57-F505-F098-69C2-1BA623547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9D77E-DA99-40DB-B2FD-831ECEA02F6B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B2603-0320-DBED-BB05-78C8EB7C2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26EAD-D34A-6B39-AC97-A8F07FFAE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FA90B-8F20-4BB8-9A9F-ECF004D247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8320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637B62-8789-5EC1-5567-FBC0C375E5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10368F-563A-30EC-66C6-D8918EC424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0F6D2-DA40-A342-478F-C49BB01AC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9D77E-DA99-40DB-B2FD-831ECEA02F6B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143DF-0907-AAE9-5C83-92AFEE164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52F92-A46E-C9C5-11FB-A55F570F0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FA90B-8F20-4BB8-9A9F-ECF004D247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9263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165422-8314-9290-3359-062C047DD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D356F9-5890-D09F-5010-CCE89F7BB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44E09-EB33-0E32-836E-A726DB45BE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A9D77E-DA99-40DB-B2FD-831ECEA02F6B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91C11-0558-F897-06B1-29D1972C76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9CDF5-74B8-797C-6160-789111581E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4FA90B-8F20-4BB8-9A9F-ECF004D247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6452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F6815-67E5-AB0E-4D00-01CF39348F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36738"/>
            <a:ext cx="9144000" cy="477837"/>
          </a:xfrm>
        </p:spPr>
        <p:txBody>
          <a:bodyPr>
            <a:normAutofit fontScale="90000"/>
          </a:bodyPr>
          <a:lstStyle/>
          <a:p>
            <a:r>
              <a:rPr lang="en-GB" sz="4900" dirty="0"/>
              <a:t>FYS5429 Project – Solving the Heat Equation with Machine Learning</a:t>
            </a:r>
            <a:br>
              <a:rPr lang="en-GB" dirty="0"/>
            </a:b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8107B8F5-E168-E66A-F48E-1A8319E51CC0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502920" y="1836738"/>
                <a:ext cx="10603992" cy="4351401"/>
              </a:xfrm>
            </p:spPr>
            <p:txBody>
              <a:bodyPr>
                <a:normAutofit/>
              </a:bodyPr>
              <a:lstStyle/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GB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heat equation can be expressed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GB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(in natural units) and describes the diffusion of heat through a material. The project might involve solving this equation in 1, 2 or 3 dimensions, and can be solved in cartesian, cylindrical or spherical coordinates.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GB" dirty="0"/>
                  <a:t>This is a partial differential equation with a known analytical solution, which can be fitted to the initial conditions. The project will involve solving the equation using Machine Learning (</a:t>
                </a:r>
                <a:r>
                  <a:rPr lang="en-GB" dirty="0" err="1"/>
                  <a:t>PyTorch</a:t>
                </a:r>
                <a:r>
                  <a:rPr lang="en-GB" dirty="0"/>
                  <a:t>) and comparing the result to the analytical solution. 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GB" dirty="0"/>
                  <a:t>This can be either one of two projects (50%) or a whole semester project (100%) if some extensions are added.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GB" dirty="0"/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8107B8F5-E168-E66A-F48E-1A8319E51C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502920" y="1836738"/>
                <a:ext cx="10603992" cy="4351401"/>
              </a:xfrm>
              <a:blipFill>
                <a:blip r:embed="rId2"/>
                <a:stretch>
                  <a:fillRect l="-805" t="-1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4616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AC630-CCD0-53A2-FC36-8AF2CE001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8731"/>
          </a:xfrm>
        </p:spPr>
        <p:txBody>
          <a:bodyPr/>
          <a:lstStyle/>
          <a:p>
            <a:r>
              <a:rPr lang="en-GB" dirty="0"/>
              <a:t>Possible extensions: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89EA7-5307-994B-4391-92A012125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1872"/>
            <a:ext cx="10515600" cy="4915091"/>
          </a:xfrm>
        </p:spPr>
        <p:txBody>
          <a:bodyPr/>
          <a:lstStyle/>
          <a:p>
            <a:r>
              <a:rPr lang="en-GB" dirty="0"/>
              <a:t>What if a heating/cooling element is added in parts of the material? </a:t>
            </a:r>
          </a:p>
          <a:p>
            <a:r>
              <a:rPr lang="en-GB" dirty="0"/>
              <a:t>What if we consider heat diffusion through an object which is composed of multiple materials, such as a wire composed of a conductor and an insulator, which have different thermal conductivity?</a:t>
            </a:r>
          </a:p>
          <a:p>
            <a:r>
              <a:rPr lang="en-GB" dirty="0"/>
              <a:t>What if we consider heat diffusion in an object with temperature-dependent density (such as water)</a:t>
            </a:r>
          </a:p>
          <a:p>
            <a:r>
              <a:rPr lang="en-GB" dirty="0"/>
              <a:t>What if we add other sources of heat diffusion, such as radiative emission or convection.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0656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A71DA-DAD1-CD61-9A09-9D6BBB114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656" y="140523"/>
            <a:ext cx="10515600" cy="1325563"/>
          </a:xfrm>
        </p:spPr>
        <p:txBody>
          <a:bodyPr/>
          <a:lstStyle/>
          <a:p>
            <a:r>
              <a:rPr lang="en-GB" dirty="0"/>
              <a:t>Also possible: Schrödinger Equation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4F6A8-EFE1-9295-6C0D-045D9CFA8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928" y="1253331"/>
            <a:ext cx="10515600" cy="4351338"/>
          </a:xfrm>
        </p:spPr>
        <p:txBody>
          <a:bodyPr/>
          <a:lstStyle/>
          <a:p>
            <a:r>
              <a:rPr lang="en-GB" dirty="0"/>
              <a:t>In the absence of a potential, the Schrödinger equation has the same form as the heat equation. This project can revolve around solving the Schrödinger equation instead if that sounds more appealing. </a:t>
            </a:r>
          </a:p>
          <a:p>
            <a:r>
              <a:rPr lang="en-GB" dirty="0"/>
              <a:t>One extension to such a project could be to add a potential to the Schrödinger equation (for instance a potential wall representing one or more slits) and solve for the time-evolution of the wave-function of a particle.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211802-D546-5091-68D2-924B458AFD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864" b="13083"/>
          <a:stretch>
            <a:fillRect/>
          </a:stretch>
        </p:blipFill>
        <p:spPr>
          <a:xfrm>
            <a:off x="4964429" y="4297680"/>
            <a:ext cx="4679713" cy="2171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770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656E7-A3AA-3C07-A9A1-309DBB36A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If you are interested in joining this project, or you think I might be interested in joining your project, email me at: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</a:t>
            </a:r>
            <a:r>
              <a:rPr lang="en-GB" b="1" dirty="0"/>
              <a:t>haholen@uio.no</a:t>
            </a:r>
          </a:p>
        </p:txBody>
      </p:sp>
    </p:spTree>
    <p:extLst>
      <p:ext uri="{BB962C8B-B14F-4D97-AF65-F5344CB8AC3E}">
        <p14:creationId xmlns:p14="http://schemas.microsoft.com/office/powerpoint/2010/main" val="182943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0A7CA7B613D2C49B24EBD134DB070CB" ma:contentTypeVersion="4" ma:contentTypeDescription="Opprett et nytt dokument." ma:contentTypeScope="" ma:versionID="7cba1cecb4cabe46180b80a3633629c5">
  <xsd:schema xmlns:xsd="http://www.w3.org/2001/XMLSchema" xmlns:xs="http://www.w3.org/2001/XMLSchema" xmlns:p="http://schemas.microsoft.com/office/2006/metadata/properties" xmlns:ns3="a642c86f-df8b-4d0c-ae3a-e5403024cec5" targetNamespace="http://schemas.microsoft.com/office/2006/metadata/properties" ma:root="true" ma:fieldsID="3b294b515407c92f1212c444e46a878b" ns3:_="">
    <xsd:import namespace="a642c86f-df8b-4d0c-ae3a-e5403024cec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42c86f-df8b-4d0c-ae3a-e5403024cec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9D199B4-CF6C-42C7-AA65-37886496A3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642c86f-df8b-4d0c-ae3a-e5403024cec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B7FEBD2-E51D-4F59-8328-87C96E677E66}">
  <ds:schemaRefs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a642c86f-df8b-4d0c-ae3a-e5403024cec5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8303B57-6F1E-481E-A1A7-121A890D3DC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63b6811-b0a4-4b2a-b932-72c4c970c5d2}" enabled="0" method="" siteId="{463b6811-b0a4-4b2a-b932-72c4c970c5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332</Words>
  <Application>Microsoft Office PowerPoint</Application>
  <PresentationFormat>Widescreen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Office Theme</vt:lpstr>
      <vt:lpstr>FYS5429 Project – Solving the Heat Equation with Machine Learning </vt:lpstr>
      <vt:lpstr>Possible extensions:  </vt:lpstr>
      <vt:lpstr>Also possible: Schrödinger Equation</vt:lpstr>
      <vt:lpstr>If you are interested in joining this project, or you think I might be interested in joining your project, email me at:   haholen@uio.no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Henrik Andreas Skaarberg Holen</dc:creator>
  <cp:lastModifiedBy>Henrik Andreas Skaarberg Holen</cp:lastModifiedBy>
  <cp:revision>1</cp:revision>
  <dcterms:created xsi:type="dcterms:W3CDTF">2026-01-24T21:59:18Z</dcterms:created>
  <dcterms:modified xsi:type="dcterms:W3CDTF">2026-01-27T01:13:05Z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0x010100F0A7CA7B613D2C49B24EBD134DB070CB</vt:lpwstr>
  </property>
</Properties>
</file>