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Ikonomeas" userId="758c920d-9a5f-4377-a0ec-d7c93e6b102d" providerId="ADAL" clId="{83FD9C06-B0C3-4929-833D-EB239AD73955}"/>
    <pc:docChg chg="modSld">
      <pc:chgData name="Alexander Ikonomeas" userId="758c920d-9a5f-4377-a0ec-d7c93e6b102d" providerId="ADAL" clId="{83FD9C06-B0C3-4929-833D-EB239AD73955}" dt="2026-01-28T20:44:26.626" v="2" actId="20577"/>
      <pc:docMkLst>
        <pc:docMk/>
      </pc:docMkLst>
      <pc:sldChg chg="modSp mod">
        <pc:chgData name="Alexander Ikonomeas" userId="758c920d-9a5f-4377-a0ec-d7c93e6b102d" providerId="ADAL" clId="{83FD9C06-B0C3-4929-833D-EB239AD73955}" dt="2026-01-28T20:44:26.626" v="2" actId="20577"/>
        <pc:sldMkLst>
          <pc:docMk/>
          <pc:sldMk cId="2155427607" sldId="259"/>
        </pc:sldMkLst>
        <pc:spChg chg="mod">
          <ac:chgData name="Alexander Ikonomeas" userId="758c920d-9a5f-4377-a0ec-d7c93e6b102d" providerId="ADAL" clId="{83FD9C06-B0C3-4929-833D-EB239AD73955}" dt="2026-01-28T20:44:26.626" v="2" actId="20577"/>
          <ac:spMkLst>
            <pc:docMk/>
            <pc:sldMk cId="2155427607" sldId="259"/>
            <ac:spMk id="3" creationId="{D1CC660E-33FB-73CA-0C97-19E934E9C19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4EC3-B4BE-E0AD-390B-BF5AC05AF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4B074-3B35-52B7-2014-6BCE9FF14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2DD3B-EEAE-AC99-B446-05F25B2F5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B65-8A09-4E64-8FE4-AC289D30A2D2}" type="datetimeFigureOut">
              <a:rPr lang="LID4096" smtClean="0"/>
              <a:t>01/28/2026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83CED-7641-F204-1DF0-E62DF2B0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66055-324F-D15D-0FED-3DDE8122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BA7D-77C0-4A0A-9649-B2E44F03844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3253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07E3-90AD-50A6-B334-E6C903E5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2199E-B295-1A81-4B81-A5C6BF8D1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8B2C0-7E29-F588-175D-D2C79716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B65-8A09-4E64-8FE4-AC289D30A2D2}" type="datetimeFigureOut">
              <a:rPr lang="LID4096" smtClean="0"/>
              <a:t>01/28/2026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0FE4A-CB7A-6048-F75A-158B46F5B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C4371-6ED4-86B3-E892-07134710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BA7D-77C0-4A0A-9649-B2E44F03844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402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AE49-ECA8-07CF-E926-DA87D0D3F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2DED-4D66-B274-D08E-6239C5542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ACEC0-3413-C5D3-45FA-9EEEDD71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B65-8A09-4E64-8FE4-AC289D30A2D2}" type="datetimeFigureOut">
              <a:rPr lang="LID4096" smtClean="0"/>
              <a:t>01/28/2026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E11FF-25E4-0864-C0F5-32F0C6D3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7F42F-1E8B-3B32-66FD-6FFA795E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BA7D-77C0-4A0A-9649-B2E44F03844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0706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79A05-E153-6629-8673-37BD17A54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EC302-A7E7-4C82-107E-08571AAAE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FA877-33A4-EA29-46F7-2F19EA0A4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D5E8B-0A24-F4F0-AB3C-9E00BE98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B65-8A09-4E64-8FE4-AC289D30A2D2}" type="datetimeFigureOut">
              <a:rPr lang="LID4096" smtClean="0"/>
              <a:t>01/28/2026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78B9E-BA36-C76A-E0B1-F4EF0C41B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9B6BC-ED5B-C9AC-F1FB-2954476F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BA7D-77C0-4A0A-9649-B2E44F03844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689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A724-E450-7D30-F5C9-A9EF12FBD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620CD-311A-2B91-9164-569C5EB65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2B392-E2B3-FF6B-8A47-584CA8356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CAD494-3E77-AA5A-2FCE-306C169DB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AFD540-399E-1494-DF56-5A7878DACE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E100C3-5FEE-CEAA-D410-633AE46A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B65-8A09-4E64-8FE4-AC289D30A2D2}" type="datetimeFigureOut">
              <a:rPr lang="LID4096" smtClean="0"/>
              <a:t>01/28/2026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3D6BDD-FC2B-EC71-61A4-DB1E6E52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BEE30-FB06-D446-3AED-E34068388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BA7D-77C0-4A0A-9649-B2E44F03844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3095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9A713-B56C-0C6E-8680-C4B68084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9B9CA-DD36-CC29-1C87-D602B7DD7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B65-8A09-4E64-8FE4-AC289D30A2D2}" type="datetimeFigureOut">
              <a:rPr lang="LID4096" smtClean="0"/>
              <a:t>01/28/2026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7BA50-11B3-54B0-40D6-6FA6F50BF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FA29C-BC88-F2FA-D00C-06EB38351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BA7D-77C0-4A0A-9649-B2E44F03844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9058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238D9-F69F-49A7-7D78-DDC735FE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B65-8A09-4E64-8FE4-AC289D30A2D2}" type="datetimeFigureOut">
              <a:rPr lang="LID4096" smtClean="0"/>
              <a:t>01/28/2026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2D08BE-A03F-4C79-8F01-97F3B073C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43BDD-2BBC-9A72-3BD1-BF0726667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BA7D-77C0-4A0A-9649-B2E44F03844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4345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89DB0-F197-E595-3342-C551E385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F5F58-81A7-9C50-E81F-5AFB3C61C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566E6-9ED2-DBA3-B06A-946FA05B8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EFECE-5365-DE59-110A-6A674CB9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B65-8A09-4E64-8FE4-AC289D30A2D2}" type="datetimeFigureOut">
              <a:rPr lang="LID4096" smtClean="0"/>
              <a:t>01/28/2026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AC102-58B5-3A37-F8D5-3BDC47132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F5C97-2EBC-3026-5C55-94E67276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BA7D-77C0-4A0A-9649-B2E44F03844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23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E118-97A1-A112-EF1F-EBD145C4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DFA71A-DC1F-E378-B726-9AC040D43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803B4-8E28-4E8B-7E9F-042395D47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A40C0-3979-80A5-B61B-86EBA4F0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B65-8A09-4E64-8FE4-AC289D30A2D2}" type="datetimeFigureOut">
              <a:rPr lang="LID4096" smtClean="0"/>
              <a:t>01/28/2026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5E9C8-7559-8F8A-C26B-3A98E5B2E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E23C9-978D-1199-C68F-F266FAEBA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BA7D-77C0-4A0A-9649-B2E44F03844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38642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0842-6D83-4AD9-4BDC-0132EAB9A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EC60A1-0B94-1705-1058-0FE44AFEF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1AF26-8C73-2C6C-DB34-2449C74F6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B65-8A09-4E64-8FE4-AC289D30A2D2}" type="datetimeFigureOut">
              <a:rPr lang="LID4096" smtClean="0"/>
              <a:t>01/28/2026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5E3C5-610D-27CE-2077-39014102F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7C7DB-EDC4-34A1-582B-8D516AEB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BA7D-77C0-4A0A-9649-B2E44F03844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4507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11291D-6B8F-B1FE-4F53-CB5677720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F2C58-E3A4-25C9-1C71-2A916638F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07D3C-51FB-6362-AEC0-2D395F20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B65-8A09-4E64-8FE4-AC289D30A2D2}" type="datetimeFigureOut">
              <a:rPr lang="LID4096" smtClean="0"/>
              <a:t>01/28/2026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F00F8-4B3C-504F-800F-F78A0A33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F17A5-65FA-7A43-F3B7-3C5AC450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BA7D-77C0-4A0A-9649-B2E44F03844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6620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800751-248C-8621-F04E-BCCE427C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C3023-C867-1859-C413-04D160D5C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E6E89-3466-B39F-21EC-60C9BD6EE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F7B65-8A09-4E64-8FE4-AC289D30A2D2}" type="datetimeFigureOut">
              <a:rPr lang="LID4096" smtClean="0"/>
              <a:t>01/28/2026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E1469-FEE5-2A76-7433-86F856454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68D67-B5CC-49B0-A9C9-46C17ABC2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1BA7D-77C0-4A0A-9649-B2E44F03844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0671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gikonom@uio.n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esmdata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2461-A3B3-0CB0-511C-7A992F739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Project proposal FYS9429</a:t>
            </a:r>
            <a:br>
              <a:rPr lang="en-US" dirty="0"/>
            </a:br>
            <a:r>
              <a:rPr lang="en-US" dirty="0"/>
              <a:t>Daily emotional dynamics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9A934B-2FA6-84EC-3F89-BEEE1509D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309" y="3602038"/>
            <a:ext cx="11798709" cy="3093730"/>
          </a:xfrm>
        </p:spPr>
        <p:txBody>
          <a:bodyPr>
            <a:normAutofit/>
          </a:bodyPr>
          <a:lstStyle/>
          <a:p>
            <a:r>
              <a:rPr lang="en-US" dirty="0"/>
              <a:t>A neural network predicting emotional dynamics across time</a:t>
            </a:r>
          </a:p>
          <a:p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sz="1800" dirty="0"/>
              <a:t>Current team: Alexander Ikonomeas, </a:t>
            </a:r>
            <a:r>
              <a:rPr lang="en-US" sz="1800" dirty="0" err="1"/>
              <a:t>phd</a:t>
            </a:r>
            <a:r>
              <a:rPr lang="en-US" sz="1800" dirty="0"/>
              <a:t> student at Department of psychology, contact: </a:t>
            </a:r>
            <a:r>
              <a:rPr lang="en-US" sz="1800" dirty="0">
                <a:hlinkClick r:id="rId2"/>
              </a:rPr>
              <a:t>agikonom@uio.no</a:t>
            </a:r>
            <a:r>
              <a:rPr lang="en-US" sz="1800" dirty="0"/>
              <a:t> </a:t>
            </a:r>
            <a:endParaRPr lang="LID4096" sz="1800" dirty="0"/>
          </a:p>
        </p:txBody>
      </p:sp>
    </p:spTree>
    <p:extLst>
      <p:ext uri="{BB962C8B-B14F-4D97-AF65-F5344CB8AC3E}">
        <p14:creationId xmlns:p14="http://schemas.microsoft.com/office/powerpoint/2010/main" val="2638608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5C293-8345-88E6-F0F6-A7F0E51C4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BE4C3-D8DF-C907-0A78-534802F34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Emotional states are assumed to vary in a complex way across time</a:t>
            </a:r>
          </a:p>
          <a:p>
            <a:r>
              <a:rPr lang="en-US" dirty="0"/>
              <a:t>These complex dynamics are poorly understood and hard to predict</a:t>
            </a:r>
          </a:p>
          <a:p>
            <a:r>
              <a:rPr lang="en-US" dirty="0"/>
              <a:t>Part of the problem arrives from difficulty measuring emotional states across time in a precise way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079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22964-ED01-113B-BC53-0ED4EE1F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possibilities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C4705-3251-6F8C-D1EF-E96211E3E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data-collection schemes allow for the measurement of emotional states daily across peoples day to day lives</a:t>
            </a:r>
          </a:p>
          <a:p>
            <a:r>
              <a:rPr lang="en-US" dirty="0"/>
              <a:t>Big open data sets are now publicly available for such measurements</a:t>
            </a:r>
          </a:p>
          <a:p>
            <a:r>
              <a:rPr lang="en-US" dirty="0"/>
              <a:t>Together with deep learning libraries, this sets up the possibility to model complex dynamics in a precise way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25860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C1AD-7928-FD42-8370-88712B276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project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C660E-33FB-73CA-0C97-19E934E9C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Plans to use </a:t>
            </a:r>
            <a:r>
              <a:rPr lang="en-US" dirty="0">
                <a:hlinkClick r:id="rId2"/>
              </a:rPr>
              <a:t>https://openesmdata.org/</a:t>
            </a:r>
            <a:r>
              <a:rPr lang="en-US" dirty="0"/>
              <a:t> which consists of:</a:t>
            </a:r>
          </a:p>
          <a:p>
            <a:pPr lvl="1"/>
            <a:r>
              <a:rPr lang="en-US" dirty="0"/>
              <a:t>60 datasets</a:t>
            </a:r>
          </a:p>
          <a:p>
            <a:pPr lvl="1"/>
            <a:r>
              <a:rPr lang="en-US" dirty="0"/>
              <a:t>16000+ individuals</a:t>
            </a:r>
          </a:p>
          <a:p>
            <a:pPr lvl="1"/>
            <a:r>
              <a:rPr lang="en-US" dirty="0"/>
              <a:t>100+ constructs</a:t>
            </a:r>
          </a:p>
          <a:p>
            <a:pPr lvl="1"/>
            <a:r>
              <a:rPr lang="en-US" dirty="0"/>
              <a:t>Time series data</a:t>
            </a:r>
          </a:p>
          <a:p>
            <a:r>
              <a:rPr lang="en-US" dirty="0"/>
              <a:t>To predict (ideas):</a:t>
            </a:r>
          </a:p>
          <a:p>
            <a:pPr lvl="1"/>
            <a:r>
              <a:rPr lang="en-US" dirty="0"/>
              <a:t>Clusters of emotional dynamics</a:t>
            </a:r>
          </a:p>
          <a:p>
            <a:pPr lvl="1"/>
            <a:r>
              <a:rPr lang="en-US" dirty="0"/>
              <a:t>Variation in emotional states</a:t>
            </a:r>
          </a:p>
          <a:p>
            <a:pPr lvl="1"/>
            <a:r>
              <a:rPr lang="en-US" dirty="0"/>
              <a:t>Shifts in emotions </a:t>
            </a:r>
            <a:r>
              <a:rPr lang="en-US"/>
              <a:t>across time</a:t>
            </a:r>
          </a:p>
        </p:txBody>
      </p:sp>
    </p:spTree>
    <p:extLst>
      <p:ext uri="{BB962C8B-B14F-4D97-AF65-F5344CB8AC3E}">
        <p14:creationId xmlns:p14="http://schemas.microsoft.com/office/powerpoint/2010/main" val="2155427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5461A-2D02-79B0-5A9E-180DBA845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</a:t>
            </a:r>
            <a:r>
              <a:rPr lang="nn-NO" dirty="0"/>
              <a:t>/ </a:t>
            </a:r>
            <a:r>
              <a:rPr lang="nn-NO" dirty="0" err="1"/>
              <a:t>method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46D48-6DA4-86E3-D20D-5D4877A93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be decided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96915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7F67-D6AF-7D40-A2F6-25C255175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 err="1"/>
              <a:t>Interested</a:t>
            </a:r>
            <a:r>
              <a:rPr lang="nn-NO" dirty="0"/>
              <a:t>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95C97-818E-9E1C-F553-D6BCBD36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n-NO" dirty="0" err="1"/>
              <a:t>Contact</a:t>
            </a:r>
            <a:r>
              <a:rPr lang="nn-NO" dirty="0"/>
              <a:t>: agikonom@uio.no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68980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3b6811-b0a4-4b2a-b932-72c4c970c5d2}" enabled="0" method="" siteId="{463b6811-b0a4-4b2a-b932-72c4c970c5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182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Project proposal FYS9429 Daily emotional dynamics</vt:lpstr>
      <vt:lpstr>Background</vt:lpstr>
      <vt:lpstr>New possibilities</vt:lpstr>
      <vt:lpstr>This project</vt:lpstr>
      <vt:lpstr>Architecture / method</vt:lpstr>
      <vt:lpstr>Interested?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Ikonomeas</dc:creator>
  <cp:lastModifiedBy>Alexander Ikonomeas</cp:lastModifiedBy>
  <cp:revision>1</cp:revision>
  <dcterms:created xsi:type="dcterms:W3CDTF">2026-01-28T20:26:01Z</dcterms:created>
  <dcterms:modified xsi:type="dcterms:W3CDTF">2026-01-28T20:44:33Z</dcterms:modified>
</cp:coreProperties>
</file>